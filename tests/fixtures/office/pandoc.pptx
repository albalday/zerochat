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Nota del orador para resultados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Portada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Presentación de prueba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Ventas al alza</a:t>
            </a:r>
          </a:p>
          <a:p>
            <a:pPr lvl="0"/>
            <a:r>
              <a:rPr/>
              <a:t>Costes estables</a:t>
            </a:r>
          </a:p>
        </p:txBody>
      </p:sp>
      <p:pic>
        <p:nvPicPr>
          <p:cNvPr descr="re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91000" y="203200"/>
            <a:ext cx="3873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Gráfico rojo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2026-10-15T17:03:13Z</dcterms:created>
  <dcterms:modified xsi:type="dcterms:W3CDTF">2026-10-15T17:03:13Z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