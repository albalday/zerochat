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3" r:id="rId12"/>
  </p:sldMasterIdLst>
  <p:notesMasterIdLst>
    <p:notesMasterId r:id="rId13"/>
  </p:notesMasterIdLst>
  <p:sldIdLst>
    <p:sldId id="256" r:id="rId14"/>
    <p:sldId id="257" r:id="rId1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343080"/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1434607-9677-48DD-93C0-89B54BBFC8E1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 del orador para resultados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32D867-B84B-41F1-890F-46E19EC5FC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343080">
              <a:buNone/>
            </a:pP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343080">
              <a:spcBef>
                <a:spcPts val="210"/>
              </a:spcBef>
              <a:buNone/>
              <a:tabLst>
                <a:tab pos="0" algn="l"/>
              </a:tabLst>
            </a:pP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583596-24C7-41A3-96A2-B9B71B94F6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343080">
              <a:buNone/>
            </a:pP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343080">
              <a:spcBef>
                <a:spcPts val="210"/>
              </a:spcBef>
              <a:buNone/>
              <a:tabLst>
                <a:tab pos="0" algn="l"/>
              </a:tabLst>
            </a:pP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E503D6-3016-4351-A215-05DC918288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343080">
              <a:buNone/>
            </a:pP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343080">
              <a:spcBef>
                <a:spcPts val="210"/>
              </a:spcBef>
              <a:buNone/>
              <a:tabLst>
                <a:tab pos="0" algn="l"/>
              </a:tabLst>
            </a:pP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B67325A-E3A9-4519-AA0B-030E00C32E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343080">
              <a:buNone/>
            </a:pP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343080">
              <a:spcBef>
                <a:spcPts val="210"/>
              </a:spcBef>
              <a:buNone/>
              <a:tabLst>
                <a:tab pos="0" algn="l"/>
              </a:tabLst>
            </a:pP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BFFC329-4FDC-49E0-AE29-EED1152B24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CDC5982-2837-4B68-B610-CC4C6F3327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5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D07E49-7039-4F15-9436-D7F4E67595B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864277-57EE-4823-8B58-90F33D4723E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5032E7-E449-42AF-BF11-BAD52DD8F61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1E1070-6A27-441A-A012-03477E41DB9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AC9F2C-2386-4C2F-B41F-52C71D5BF797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8D131B-2410-443D-8FA3-879B344C186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7B5585-9B7E-4154-8908-73BFB39AE7F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639E28-E2DF-40D1-A52F-E7CFDBAAB324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5C2D93-2E21-4459-B4A8-40509706221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479"/>
              </a:spcBef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343080">
              <a:lnSpc>
                <a:spcPct val="100000"/>
              </a:lnSpc>
              <a:spcBef>
                <a:spcPts val="479"/>
              </a:spcBef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012306-9023-4E4C-A2DF-3FF5313FEEB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pic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ctr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dos veces para añadir una imagen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A24058-6B36-4789-A482-1C8939A3B62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Portada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Presentación de prueba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Resultados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Ventas al alza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Costes estables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7" name="Picture 1" descr="red.png"/>
          <p:cNvPicPr/>
          <p:nvPr/>
        </p:nvPicPr>
        <p:blipFill>
          <a:blip r:embed="rId1"/>
          <a:stretch/>
        </p:blipFill>
        <p:spPr>
          <a:xfrm>
            <a:off x="4191120" y="203040"/>
            <a:ext cx="3873240" cy="3873240"/>
          </a:xfrm>
          <a:prstGeom prst="rect">
            <a:avLst/>
          </a:prstGeom>
          <a:noFill/>
          <a:ln w="9360">
            <a:noFill/>
          </a:ln>
        </p:spPr>
      </p:pic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568680" y="4076640"/>
            <a:ext cx="5105160" cy="50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Gráfico rojo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LibreOffice_project/680$Build-1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2026-10-15T17:03:13Z</dcterms:created>
  <dc:creator/>
  <dc:description/>
  <dc:language>es-ES</dc:language>
  <cp:lastModifiedBy/>
  <dcterms:modified xsi:type="dcterms:W3CDTF">2026-10-15T17:03:13Z</dcterms:modified>
  <cp:revision>0</cp:revision>
  <dc:subject/>
  <dc:title/>
</cp:coreProperties>
</file>